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4E79"/>
                </a:solidFill>
                <a:latin typeface="Noto Sans CJK JP"/>
              </a:defRPr>
            </a:pPr>
            <a:r>
              <a:t>現場試験アプリ 設計資料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  <a:latin typeface="Noto Sans CJK JP"/>
              </a:defRPr>
            </a:pPr>
            <a:r>
              <a:t>第1.0版 - Sync Agent Provider設定・FieldTest統一登録・OCR同期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10607040" cy="1463040"/>
          </a:xfrm>
          <a:prstGeom prst="rect">
            <a:avLst/>
          </a:prstGeom>
          <a:solidFill>
            <a:srgbClr val="FAFA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55848"/>
            <a:ext cx="10332719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  <a:latin typeface="Noto Sans CJK JP"/>
              </a:defRPr>
            </a:pPr>
            <a:r>
              <a:t>初版の基本方針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ProviderはSync Agent設定でLabonity / Libertyを明示選択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両Providerとも入口設定ファイルパスを管理者が指定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両Providerとも出荷DB内の固定スキーマFieldTestへ登録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SQL Server名が空欄の場合は補完せず設定エラー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第1.0版の基本原則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512064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Sync Agentの責務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Provider設定解決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既存DB読取と共通DTO変換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クラウド同期APIとの送受信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FieldTest登録、Migration、監査、Lease管理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371600"/>
            <a:ext cx="539496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512064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固定方針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Provider自動判定・別Provider fallbackなし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FieldTestスキーマ名は固定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品質DB・写真台帳DBは第1.0版OCR同期では非使用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写真本体はBase64文字列を正本にしない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Provider別設定ファイル解決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01168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Sync Agent設定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234440"/>
            <a:ext cx="2194560" cy="64008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Labonity</a:t>
            </a:r>
            <a:br/>
            <a:r>
              <a:t>LibLocal.xml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234440"/>
            <a:ext cx="2560320" cy="64008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LibertyDatabase</a:t>
            </a:r>
            <a:br/>
            <a:r>
              <a:t>Setting.xml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234440"/>
            <a:ext cx="2377440" cy="64008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SQL Server /</a:t>
            </a:r>
            <a:br/>
            <a:r>
              <a:t>NADAT / MSDAT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154680"/>
            <a:ext cx="2194560" cy="640080"/>
          </a:xfrm>
          <a:prstGeom prst="round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Liberty</a:t>
            </a:r>
            <a:br/>
            <a:r>
              <a:t>LIBLocal.Ini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154680"/>
            <a:ext cx="2560320" cy="640080"/>
          </a:xfrm>
          <a:prstGeom prst="round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LIBCTRL.ini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154680"/>
            <a:ext cx="2377440" cy="640080"/>
          </a:xfrm>
          <a:prstGeom prst="round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t>SQL Server /</a:t>
            </a:r>
            <a:br/>
            <a:r>
              <a:t>LSYUDAT / LMASTER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00600"/>
            <a:ext cx="1060704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10328"/>
            <a:ext cx="1033271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55A11"/>
                </a:solidFill>
                <a:latin typeface="Noto Sans CJK JP"/>
              </a:defRPr>
            </a:pPr>
            <a:r>
              <a:t>診断ルール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SQL Server名、出荷DB名、マスターDB名は必須。SQL Server名が空欄の場合はCFG-DB-001で停止し、localhost等への補完は行わない。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OCR同期対象DBと非使用DB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5349240" cy="402336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5074920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使用するDB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Labonity: 出荷管理DB、マスターDB、共通設定DB（診断）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Liberty: 出荷データDB、共通マスタDB、LIBCTRL.iniシステム設定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登録先: 解決した出荷DB内FieldTestスキーマ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49240" cy="4023360"/>
          </a:xfrm>
          <a:prstGeom prst="rect">
            <a:avLst/>
          </a:prstGeom>
          <a:solidFill>
            <a:srgbClr val="FAFAFA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81328"/>
            <a:ext cx="5074920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55A11"/>
                </a:solidFill>
                <a:latin typeface="Noto Sans CJK JP"/>
              </a:defRPr>
            </a:pPr>
            <a:r>
              <a:t>第1.0版では使用しないDB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品質管理DB、品管データDB、品管データ2DB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写真台帳DB、販売DB、受払DB、動荷重DB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TP採取、供試体、強度試験、品質帳票DBへの登録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FieldTest統一登録スキーマ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SourceShipmentMap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既存出荷対応キー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141732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9" y="152704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TestResult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試験結果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41732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2704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TestPhoto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写真メタデータ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41732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2704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OcrResult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OCR確認結果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InboundEvent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受信イベント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283464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9" y="294436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OutboxEvent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送信イベント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83464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4436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AgentLease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排他制御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34640"/>
            <a:ext cx="2423160" cy="10058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944368"/>
            <a:ext cx="2148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AuditEvent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監査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607040" cy="1051560"/>
          </a:xfrm>
          <a:prstGeom prst="rect">
            <a:avLst/>
          </a:prstGeom>
          <a:solidFill>
            <a:srgbClr val="FAFA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81728"/>
            <a:ext cx="1033271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  <a:latin typeface="Noto Sans CJK JP"/>
              </a:defRPr>
            </a:pPr>
            <a:r>
              <a:t>ポイント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Labonity / Libertyとも同じDDLと参照Viewを使用。既存フレッシュテーブルや写真台帳DBへはSync Agentが直接書き込まない。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Labonity Provider Adapter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読取元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予定: NaDat.YoteiDataMain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出荷: NaDat.SyukkaDataMain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現場: MsDat.Genba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設定: LibLocal.xml + LibertyDatabaseSetting.xml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変換・登録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既存GUID、日付、SEQをcanonical JSONへ変換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source_shipment_key / source_result_keyのSHA-256を保持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登録先は出荷管理DB.FieldTest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p_SQLサーバー名が空欄なら設定エラー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Liberty Provider Adapter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読取元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設定: LIBLocal.Ini + LIBCTRL.ini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予定: Yotei1 / Yotei2 / Yotei3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出荷: Syukka1 / Syukka2 / Syukka3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現場: Genba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変換・登録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初期工場コードをplantCode既定値に利用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source keyは既存出荷識別子から生成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登録先は出荷データDB.FieldTest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SyukkaFresh / SyukkaFreshPictureへ直接書き込まない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source keyと冪等性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3520440" cy="448056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324612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source_shipment_key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Provider別既存出荷キーをcanonical JSON化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sourceKeyVersionを含める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UTF-8 SHA-256を保存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280160"/>
            <a:ext cx="3520440" cy="448056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89888"/>
            <a:ext cx="324612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source_result_key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出荷キーに試験区分・縦割・グループ・データ区分を追加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同一試験結果の自然キー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別eventId再送でも重複防止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80160"/>
            <a:ext cx="3063240" cy="4480560"/>
          </a:xfrm>
          <a:prstGeom prst="rect">
            <a:avLst/>
          </a:prstGeom>
          <a:solidFill>
            <a:srgbClr val="FAFAFA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389888"/>
            <a:ext cx="278892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55A11"/>
                </a:solidFill>
                <a:latin typeface="Noto Sans CJK JP"/>
              </a:defRPr>
            </a:pPr>
            <a:r>
              <a:t>写真冪等性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eventId一意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result_id + photo_kind + sha256一意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OCR主写真は同一resultで1件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同期API契約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Cloud -&gt; Agent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GET /agent/config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GET /test-results/export?since=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GET /photos/export?since=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GET /ocr-results/export?since=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Agent -&gt; Cloud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POST /agent/heartbeat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POST /shipments/import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POST /audit-events/import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POST /{eventId}/ack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Providerアプリ参照View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5212080" cy="416052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937760" cy="394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提供View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v_ProviderApp_TestResult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v_ProviderApp_TestPhoto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v_ProviderApp_OcrResult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v_ProviderApp_ShipmentResultStatus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212080" cy="416052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81328"/>
            <a:ext cx="4937760" cy="394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責務境界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Sync Agent: FieldTest登録とView提供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Providerアプリ: 表示、帳票、検索、印字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Providerアプリ用DBユーザーは原則View SELECTのみ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MigrationとAgent 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Migration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V001 CoreSchema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V002 EventQueuesAndIndexes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V003 ProviderAppViews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V004 AgentLeaseProcedures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SchemaMigrationに記録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55A11"/>
                </a:solidFill>
                <a:latin typeface="Noto Sans CJK JP"/>
              </a:defRPr>
            </a:pPr>
            <a:r>
              <a:t>Agent Lease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直接INSERT禁止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usp_AcquireAgentLeaseで取得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期限切れleaseを同一トランザクションで解放扱い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UPDLOCK / HOLDLOCKで競合抑止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Noto Sans CJK JP"/>
              </a:defRPr>
            </a:pPr>
            <a:r>
              <a:t>受入・運用・セキュリティ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75B5"/>
                </a:solidFill>
                <a:latin typeface="Noto Sans CJK JP"/>
              </a:defRPr>
            </a:pPr>
            <a:r>
              <a:t>受入の区分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SyncAgent: 設定解決、DTO、DB登録、Migration、同期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CloudAPI: 認証、API、OCR、写真保存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ProviderApp: FieldTest参照Viewによる表示・帳票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34924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5074920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60"/>
                </a:solidFill>
                <a:latin typeface="Noto Sans CJK JP"/>
              </a:defRPr>
            </a:pPr>
            <a:r>
              <a:t>セキュリティ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Agent credentialは個人アカウントと分離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tokenは短命、scopeとtenant/org/plantを検証</a:t>
            </a:r>
          </a:p>
          <a:p>
            <a:pPr>
              <a:defRPr sz="1100">
                <a:solidFill>
                  <a:srgbClr val="282828"/>
                </a:solidFill>
                <a:latin typeface="Noto Sans CJK JP"/>
              </a:defRPr>
            </a:pPr>
            <a:r>
              <a:t>SQLパスワード・token・接続文字列はログ出力しない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95959"/>
                </a:solidFill>
                <a:latin typeface="Noto Sans CJK JP"/>
              </a:defRPr>
            </a:pPr>
            <a:r>
              <a:t>現場試験アプリ 設計資料 第1.0版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